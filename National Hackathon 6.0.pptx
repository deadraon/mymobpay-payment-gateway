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6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9CE6B9-B170-889D-42A4-23ED8FF3C6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0C977-7551-8FA3-0D68-00F6DE4339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A68E21-9DDA-4974-A22E-B4832D331B03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6EBAE-095B-293A-4A81-F375392678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DA128-B473-3858-624F-2C24BA1293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FB40C-6370-4B53-9628-741F226A02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547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6ECAD-6491-440A-8E0C-409E118F0D3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575EE-6F19-4FE0-8C5C-C7F3A067B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83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08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266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02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39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28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642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6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5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21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109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DAD71B1-3AEF-4BFF-9DE3-6D92C392060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8C2B35C-8BCA-444C-8F92-E97C4DB09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20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0367-3A28-CADD-FFC3-88C314682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Team Name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B1192-6293-AB94-D3B8-D3C5A9CC34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University / College Name </a:t>
            </a:r>
          </a:p>
          <a:p>
            <a:r>
              <a:rPr lang="en-US" dirty="0"/>
              <a:t>Table No.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ABD98E-4D16-6E06-8265-D77B17B4D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802" y="0"/>
            <a:ext cx="689198" cy="6891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943AEE-F3D6-D2B9-A2C2-F5D3A8810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96" y="60548"/>
            <a:ext cx="1824038" cy="628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587820-F1C2-478E-A3F4-F83BED6A4E76}"/>
              </a:ext>
            </a:extLst>
          </p:cNvPr>
          <p:cNvSpPr txBox="1"/>
          <p:nvPr/>
        </p:nvSpPr>
        <p:spPr>
          <a:xfrm>
            <a:off x="9486900" y="155864"/>
            <a:ext cx="234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Your University Logo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543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189E-C268-0398-24FC-83BF9037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C9FA9-F72D-1D32-939A-BBA802A7D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02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D88B-679D-4FC8-6C9D-65868796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Sustainable Development Goals Alignment (SDG)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84A7-AA77-9838-5133-D56E25066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96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43FE-E830-F753-0291-5386B600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64ED-737E-A1B4-E92A-F962735A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Technology / Line of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39AED-F05C-9178-6F29-917CF0258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811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41B46-5C13-B6F7-AD55-D7F47F05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13F-7F38-B05E-2211-E4AA21C0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Innovation / 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1815-6443-7A1C-C75E-65299DE64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9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CA7A7-855F-AA3A-7009-F6D5DAA5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2DFE-E3B7-E172-0B1F-7CA94496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Future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8FE2B-3D42-028E-38A8-9C48088EF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134079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17</TotalTime>
  <Words>32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Corbel</vt:lpstr>
      <vt:lpstr>Wingdings 2</vt:lpstr>
      <vt:lpstr>Frame</vt:lpstr>
      <vt:lpstr>Team Name </vt:lpstr>
      <vt:lpstr>Problem Statement </vt:lpstr>
      <vt:lpstr>Sustainable Development Goals Alignment (SDG)</vt:lpstr>
      <vt:lpstr>Technology / Line of Code</vt:lpstr>
      <vt:lpstr>Innovation / Novelty</vt:lpstr>
      <vt:lpstr>Future Scope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PC</dc:creator>
  <cp:lastModifiedBy>HP PC</cp:lastModifiedBy>
  <cp:revision>4</cp:revision>
  <dcterms:created xsi:type="dcterms:W3CDTF">2026-10-09T08:10:47Z</dcterms:created>
  <dcterms:modified xsi:type="dcterms:W3CDTF">2026-10-09T08:41:14Z</dcterms:modified>
</cp:coreProperties>
</file>